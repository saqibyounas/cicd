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F579-2DEE-4218-84D7-9DF9CEBBDD57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0498E-E231-4808-B5B4-8E23B4410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0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F579-2DEE-4218-84D7-9DF9CEBBDD57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0498E-E231-4808-B5B4-8E23B4410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2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F579-2DEE-4218-84D7-9DF9CEBBDD57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0498E-E231-4808-B5B4-8E23B4410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0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F579-2DEE-4218-84D7-9DF9CEBBDD57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0498E-E231-4808-B5B4-8E23B4410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87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F579-2DEE-4218-84D7-9DF9CEBBDD57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0498E-E231-4808-B5B4-8E23B4410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9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F579-2DEE-4218-84D7-9DF9CEBBDD57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0498E-E231-4808-B5B4-8E23B4410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05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F579-2DEE-4218-84D7-9DF9CEBBDD57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0498E-E231-4808-B5B4-8E23B4410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6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F579-2DEE-4218-84D7-9DF9CEBBDD57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0498E-E231-4808-B5B4-8E23B4410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7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F579-2DEE-4218-84D7-9DF9CEBBDD57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0498E-E231-4808-B5B4-8E23B4410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31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F579-2DEE-4218-84D7-9DF9CEBBDD57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0498E-E231-4808-B5B4-8E23B4410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44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F579-2DEE-4218-84D7-9DF9CEBBDD57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0498E-E231-4808-B5B4-8E23B4410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18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2F579-2DEE-4218-84D7-9DF9CEBBDD57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0498E-E231-4808-B5B4-8E23B4410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77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ENVIRONMENT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5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21" y="414067"/>
            <a:ext cx="10993725" cy="606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8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83" y="313876"/>
            <a:ext cx="11349710" cy="617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60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59" y="672859"/>
            <a:ext cx="9647777" cy="520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266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912" y="983412"/>
            <a:ext cx="8921551" cy="480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94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733425"/>
            <a:ext cx="10191750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0" y="603399"/>
            <a:ext cx="9858375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788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37" y="2700337"/>
            <a:ext cx="7858125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363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ENVIRONMENT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</cp:revision>
  <dcterms:created xsi:type="dcterms:W3CDTF">2022-09-06T18:27:28Z</dcterms:created>
  <dcterms:modified xsi:type="dcterms:W3CDTF">2022-09-07T15:55:02Z</dcterms:modified>
</cp:coreProperties>
</file>